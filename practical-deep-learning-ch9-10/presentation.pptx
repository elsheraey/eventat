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58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E7234-CDC4-4BF3-B670-F88AB759138B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06027B-78ED-4E1F-8492-6A7F15774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7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027B-78ED-4E1F-8492-6A7F157749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38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027B-78ED-4E1F-8492-6A7F157749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352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027B-78ED-4E1F-8492-6A7F157749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238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14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95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439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901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66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22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66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00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76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28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7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4A65FF-E803-4294-8AE9-846E9EC08461}" type="datetimeFigureOut">
              <a:rPr lang="en-US" smtClean="0"/>
              <a:t>3/26/2020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A6D6F-2715-406A-8CCD-07C3D4BF14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7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Practical Deep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Chapter 9  - 10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222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Scalable Inference Serving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0136" y="1690688"/>
            <a:ext cx="5171728" cy="4722718"/>
          </a:xfrm>
        </p:spPr>
      </p:pic>
    </p:spTree>
    <p:extLst>
      <p:ext uri="{BB962C8B-B14F-4D97-AF65-F5344CB8AC3E}">
        <p14:creationId xmlns:p14="http://schemas.microsoft.com/office/powerpoint/2010/main" val="368061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VMs VS. Containers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82" y="1892300"/>
            <a:ext cx="8595235" cy="4351338"/>
          </a:xfrm>
        </p:spPr>
      </p:pic>
    </p:spTree>
    <p:extLst>
      <p:ext uri="{BB962C8B-B14F-4D97-AF65-F5344CB8AC3E}">
        <p14:creationId xmlns:p14="http://schemas.microsoft.com/office/powerpoint/2010/main" val="1578585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5624" y="1690688"/>
            <a:ext cx="8500752" cy="409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2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VS. QPS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221" y="1766888"/>
            <a:ext cx="5285558" cy="441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37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AI in the Browser?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But why?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875" y="2605220"/>
            <a:ext cx="7770249" cy="293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68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TensorFlow.js and ml5.js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1654" y="1828800"/>
            <a:ext cx="4368391" cy="4303192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574" y="645592"/>
            <a:ext cx="3209925" cy="567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33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34</Words>
  <Application>Microsoft Office PowerPoint</Application>
  <PresentationFormat>Widescreen</PresentationFormat>
  <Paragraphs>12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Practical Deep Learning</vt:lpstr>
      <vt:lpstr> Scalable Inference Serving</vt:lpstr>
      <vt:lpstr>VMs VS. Containers</vt:lpstr>
      <vt:lpstr>Scaling</vt:lpstr>
      <vt:lpstr>Cost VS. QPS</vt:lpstr>
      <vt:lpstr>AI in the Browser? </vt:lpstr>
      <vt:lpstr>TensorFlow.js and ml5.js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sherieymourad1997@gmail.com</dc:creator>
  <cp:lastModifiedBy>sherieymourad1997@gmail.com</cp:lastModifiedBy>
  <cp:revision>5</cp:revision>
  <dcterms:created xsi:type="dcterms:W3CDTF">2020-03-26T10:18:07Z</dcterms:created>
  <dcterms:modified xsi:type="dcterms:W3CDTF">2020-03-26T11:12:59Z</dcterms:modified>
</cp:coreProperties>
</file>