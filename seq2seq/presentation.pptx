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72" r:id="rId7"/>
    <p:sldId id="271" r:id="rId8"/>
    <p:sldId id="270" r:id="rId9"/>
    <p:sldId id="269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30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81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8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0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6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5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4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0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1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ECC8B-C223-4943-936A-574381027139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C4A94-F1AE-4F06-B213-CD6695000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7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Seq2Seq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smtClean="0"/>
              <a:t>“Times, they’re a changing.”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011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Seq2Seq?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Machine Translation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Speech Recognition</a:t>
            </a:r>
          </a:p>
          <a:p>
            <a:endParaRPr lang="en-US" dirty="0"/>
          </a:p>
          <a:p>
            <a:r>
              <a:rPr lang="en-US" dirty="0" smtClean="0"/>
              <a:t>Image Captioning</a:t>
            </a:r>
          </a:p>
          <a:p>
            <a:endParaRPr lang="en-US" dirty="0"/>
          </a:p>
          <a:p>
            <a:r>
              <a:rPr lang="en-US" dirty="0" smtClean="0"/>
              <a:t>Video Activity Recognition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3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RNN Types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30" y="2302622"/>
            <a:ext cx="2072780" cy="279901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82" y="2415874"/>
            <a:ext cx="4631811" cy="257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7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RNN Types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43" y="2115579"/>
            <a:ext cx="8885714" cy="3771429"/>
          </a:xfrm>
        </p:spPr>
      </p:pic>
    </p:spTree>
    <p:extLst>
      <p:ext uri="{BB962C8B-B14F-4D97-AF65-F5344CB8AC3E}">
        <p14:creationId xmlns:p14="http://schemas.microsoft.com/office/powerpoint/2010/main" val="317621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GRU? LSTM?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773" y="2423567"/>
            <a:ext cx="8197515" cy="2411034"/>
          </a:xfrm>
        </p:spPr>
      </p:pic>
    </p:spTree>
    <p:extLst>
      <p:ext uri="{BB962C8B-B14F-4D97-AF65-F5344CB8AC3E}">
        <p14:creationId xmlns:p14="http://schemas.microsoft.com/office/powerpoint/2010/main" val="8851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Reversed Input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864" y="2115579"/>
            <a:ext cx="8885714" cy="3771429"/>
          </a:xfrm>
        </p:spPr>
      </p:pic>
    </p:spTree>
    <p:extLst>
      <p:ext uri="{BB962C8B-B14F-4D97-AF65-F5344CB8AC3E}">
        <p14:creationId xmlns:p14="http://schemas.microsoft.com/office/powerpoint/2010/main" val="628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BIRNN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35" y="2533505"/>
            <a:ext cx="8690529" cy="1947877"/>
          </a:xfrm>
        </p:spPr>
      </p:pic>
    </p:spTree>
    <p:extLst>
      <p:ext uri="{BB962C8B-B14F-4D97-AF65-F5344CB8AC3E}">
        <p14:creationId xmlns:p14="http://schemas.microsoft.com/office/powerpoint/2010/main" val="136546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BIRNN?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“This is Teddy, he’s our AI expert.”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”This is a Teddy bear, would you like to play with it?”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17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NMT with Attention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361" y="1698926"/>
            <a:ext cx="5506007" cy="4084036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9" y="1698926"/>
            <a:ext cx="5148179" cy="16537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29" y="3865478"/>
            <a:ext cx="5148179" cy="18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Attention is an Eye Candy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288449" cy="43582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607" y="2052012"/>
            <a:ext cx="4488065" cy="399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0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BLEU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7834"/>
            <a:ext cx="4441740" cy="16562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83602"/>
            <a:ext cx="1717837" cy="6366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500" y="4096688"/>
            <a:ext cx="700440" cy="6003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933" y="4246466"/>
            <a:ext cx="977670" cy="300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424" y="2008930"/>
            <a:ext cx="4773419" cy="16651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424" y="4150095"/>
            <a:ext cx="1644240" cy="32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7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Different Languages: Arabic</a:t>
            </a:r>
            <a:r>
              <a:rPr lang="en-US" dirty="0"/>
              <a:t> </a:t>
            </a:r>
            <a:r>
              <a:rPr lang="en-US" dirty="0" smtClean="0"/>
              <a:t>and Swedish.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1" y="2691297"/>
            <a:ext cx="4442868" cy="31081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837" y="4506119"/>
            <a:ext cx="5675824" cy="1293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61" y="2691297"/>
            <a:ext cx="5688900" cy="118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7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Reverse </a:t>
            </a:r>
            <a:r>
              <a:rPr lang="en-US" smtClean="0"/>
              <a:t>Words?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1144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83</Words>
  <Application>Microsoft Office PowerPoint</Application>
  <PresentationFormat>Widescreen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Seq2Seq</vt:lpstr>
      <vt:lpstr>Why Seq2Seq?</vt:lpstr>
      <vt:lpstr>RNN Types</vt:lpstr>
      <vt:lpstr>RNN Types</vt:lpstr>
      <vt:lpstr>Why GRU? LSTM?</vt:lpstr>
      <vt:lpstr>Reversed Input</vt:lpstr>
      <vt:lpstr>BIRNN</vt:lpstr>
      <vt:lpstr>Why BIRNN?</vt:lpstr>
      <vt:lpstr>NMT with Attention</vt:lpstr>
      <vt:lpstr>Attention is an Eye Candy</vt:lpstr>
      <vt:lpstr>BLEU</vt:lpstr>
      <vt:lpstr>Experiments?</vt:lpstr>
      <vt:lpstr>Experiments?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TPUs</dc:title>
  <dc:creator>sherieymourad1997@gmail.com</dc:creator>
  <cp:lastModifiedBy>sherieymourad1997@gmail.com</cp:lastModifiedBy>
  <cp:revision>56</cp:revision>
  <dcterms:created xsi:type="dcterms:W3CDTF">2020-02-20T10:24:08Z</dcterms:created>
  <dcterms:modified xsi:type="dcterms:W3CDTF">2020-03-05T13:00:27Z</dcterms:modified>
</cp:coreProperties>
</file>